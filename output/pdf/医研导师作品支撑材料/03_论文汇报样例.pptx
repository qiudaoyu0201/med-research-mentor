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508760"/>
            <a:ext cx="5623560" cy="4553712"/>
          </a:xfrm>
          <a:prstGeom prst="rect">
            <a:avLst/>
          </a:prstGeom>
          <a:solidFill>
            <a:srgbClr val="12384A"/>
          </a:solidFill>
          <a:ln w="12700">
            <a:solidFill>
              <a:srgbClr val="1238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研究背景与核心问题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20840" y="1773936"/>
            <a:ext cx="4736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细胞衰老伴随持续性 DNA 损伤反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720840" y="3191256"/>
            <a:ext cx="4736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复制性衰老可由端粒缩短驱动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20840" y="4608576"/>
            <a:ext cx="4736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压力诱导衰老中的持续损伤位点性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质尚不清楚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41832" y="2029968"/>
            <a:ext cx="491947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核心问题：端粒是否是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基因毒性压力后的优先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持续损伤靶点？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p. 1  ·  PDF p.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508760"/>
            <a:ext cx="2880360" cy="4553712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实验思路与关键方法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975104"/>
            <a:ext cx="22402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253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模型：人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253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MRC5 成纤维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253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细胞、鼠胚胎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253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成纤维细胞及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253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小鼠组织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950208" y="182880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干预：X 射线、过氧化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氢或新制癌菌素诱导压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73568" y="182880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定位：免疫荧光原位杂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交识别损伤焦点与端粒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共定位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950208" y="39776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验证：ChIP 检测亚端粒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 γH2A.X 富集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73568" y="39776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对照：非端粒焦点、未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处理组、hTERT 过表达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263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及衰老指标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p. 8  ·  Fig. 1 · p. 3  ·  Fig. 2 · p. 4  ·  Fig. 3 · p.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主要结果一：端粒损伤反应选择性持续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75320" y="1554480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射线后，总损伤焦点随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时间下降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75320" y="2437384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端粒相关焦点（TAF）所占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比例随时间升高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3320288"/>
            <a:ext cx="3200400" cy="38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TAF 比非端粒焦点更持久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75320" y="3903472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结果支持染色体末端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附近存在 γH2A.X 富集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75320" y="4786376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过氧化氢和新制癌菌素处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理后也观察到持续 TAF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Fig. 1 · p. 3  ·  Fig. 2 · p. 4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76822"/>
            <a:ext cx="7269480" cy="41810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关键对照：端粒长度与焦点寿命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75320" y="1554480"/>
            <a:ext cx="3200400" cy="65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hTERT 过表达未显著降低照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射后的 TAF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2407412"/>
            <a:ext cx="3200400" cy="65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细胞仍呈衰老相关 β-半乳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糖苷酶升高与 Ki67 缺失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75320" y="3260344"/>
            <a:ext cx="3200400" cy="65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长端粒且有端粒酶活性的鼠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细胞中仍出现持续 TAF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75320" y="4113276"/>
            <a:ext cx="3200400" cy="65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活细胞追踪显示非端粒焦点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短暂，TAF 可长期保留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75320" y="4966208"/>
            <a:ext cx="3200400" cy="65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关键排除：持续 TAF 不能仅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由端粒短或端粒酶不足解释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p. 3  ·  Fig. 3 · p. 5  ·  PDF p. 4  ·  Fig. 4 · p. 6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583" y="1399032"/>
            <a:ext cx="6969051" cy="4736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主要结果二：TAF 随组织年龄增加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75320" y="1554480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小鼠肝细胞 TAF 数量及比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例随年龄增加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75320" y="2437384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小肠上皮细胞呈相同年龄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相关趋势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3320288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低增殖组织中的观察支持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其与体内衰老相关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75320" y="4203192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TAF 与非 TAF 的端粒长度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分布未呈一致性差异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75320" y="5086096"/>
            <a:ext cx="320040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结果支持端粒损伤并非仅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由最短端粒决定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p. 4  ·  Fig. 5 · p. 7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372" y="1399032"/>
            <a:ext cx="4497473" cy="4736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创新、结论与局限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910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466344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创新：将空间共定位、ChIP 与</a:t>
            </a:r>
            <a:endParaRPr lang="en-US" sz="2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活细胞动力学连接成证据链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5910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466344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结论：端粒是压力后持续 DNA</a:t>
            </a:r>
            <a:endParaRPr lang="en-US" sz="2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损伤反应的优先靶点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0144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43656"/>
            <a:ext cx="466344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边界：共定位难以精确确定断裂</a:t>
            </a:r>
            <a:endParaRPr lang="en-US" sz="2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位于端粒重复还是邻近区域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30144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3343656"/>
            <a:ext cx="466344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机制仍未定：端粒结构、修复受</a:t>
            </a:r>
            <a:endParaRPr lang="en-US" sz="2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限与氧化压力均可能参与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4378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767072"/>
            <a:ext cx="466344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体内结果主要为年龄相关性，尚</a:t>
            </a:r>
            <a:endParaRPr lang="en-US" sz="2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3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非因果干预证据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64190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56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p. 3  ·  PDF p. 5  ·  PDF p. 6  ·  Fig. 5 · p. 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419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56F"/>
                </a:solidFill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Telomeres_are_favoured_targets_of_a_persistent_DNA_damage_response_in_ageing_and_stress-induced_senescence.pdf</dc:title>
  <dc:subject>学习汇报</dc:subject>
  <dc:creator>医研导师（Med Research Mentor）</dc:creator>
  <cp:lastModifiedBy>医研导师（Med Research Mentor）</cp:lastModifiedBy>
  <cp:revision>1</cp:revision>
  <dcterms:created xsi:type="dcterms:W3CDTF">2026-10-11T10:13:37Z</dcterms:created>
  <dcterms:modified xsi:type="dcterms:W3CDTF">2026-10-11T10:13:37Z</dcterms:modified>
</cp:coreProperties>
</file>